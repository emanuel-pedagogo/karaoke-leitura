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Pergunte quantos já trabalharam com leitura em voz alta na sala. Anote expectativas no quadro (2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"substituir o professor". É ampliar a prática e o acompanhamento.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print ou demo rápida da tela de leitura (30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Detalhe que confunde: professor não faz login no app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relâmpago: frases de encorajamento em duplas (3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Anuncie demo completa no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o código real da turma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interrompam a leitura no meio.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 sugere os erros; professor titular pode revisar no histórico.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analogia de jogo para explicar às crianças.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Desbloquear conquista é momento de celebrar.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Discussão: como evitar competição tóxica?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demo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demo falhar, use prints. Ambiente silencioso e internet estável.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Respeite recusa ou constrangimento.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 problemas que já viveram na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Circule durante a atividade. Anote boas práticas para elogiar.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rápido 1–5: pronto para apoiar na sala?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Karaokê de Leitura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para Professores Apoiadores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oral gamificada para fluência leitora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da escola / projeto]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estamos aqui?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alunos leem pouco em voz alta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ao ler para os colegas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acompanhar quem pratica em casa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 leitura em experiência lúdica e motivadora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progresso de forma automática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ao professor dados para intervenção pedagógica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Karaokê de Leitura?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educacional onde o aluno lê em voz alta enquanto o texto avança palavra a palavra — como um karaokê — e recebe feedback sobre fluência e precisão.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interativa — destaque progressivo das palavras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— precisão, palavras/min, prosódia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 — XP, níveis, missões, conquistas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quê?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entra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no 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Lê textos, ganha XP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apoiador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sala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Facilita login, ambiente e encorajamento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titular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 (web)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Textos, metas, missões, relatórios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 (web)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da escola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só entra conta de aluno. Professor usa computador.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papel como apoiador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facilita. Você não corrige tudo.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calmo e silencioso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alunos em voz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Ajudar no login (código + nome)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Forçar uso do microfone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velocidade do karaokê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Pressionar por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Celebrar esforço e progresso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Interromper a leitura no meio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Anotar dificuldades para o titular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Julgar só pela nota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trabalho é fazer a leitura acontecer com segurança e leveza.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na sala (visão geral)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Escolher texto → Ajustar velocidade → Ler em voz alta → Resultado → Celebrar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entra com código da turma + nome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privacidade (primeira vez)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um texto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leitura (microfone autorizado)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avança; aluno lê até o fim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avalia e mostra precisão, XP, conquistas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do aluno (passo a passo)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app Karaokê de Leitura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Código da turma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código (ex.: TURMA3A) — professor vê no dashboard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alunos da turma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nome na lista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como aluno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alunos no mesmo aparelho?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→ Trocar de aluno → repetir com outro nome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de leitura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texto (Iniciante / Intermediário / Avançado)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velocidade (0,5× a 2×)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consentimento de microfone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 atual destacada; aluno lê em voz alta até o fim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Precisão, palavras/min, pontuação, XP, conquistas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medimos?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explicar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palavras corretas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100 palavras, quantas acertou?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Palavras/min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de leitura correta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Palavras certas por minuto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Prosódia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 com voz de pergunta? De emoção?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Pulou palavra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Esqueceu de 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Trocou a palavra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Falou outra palavra no lugar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Travou ou repetiu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Ficou em dúvida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Gamificação: XP e Níveis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— ganho a cada leitura concluída (mínimo 10)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melhor a leitura → mais XP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XP = 1 nível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 → 2 aos 500 XP, 2 → 3 aos 1000 XP…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progresso na tela inicial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Cada leitura é uma partida. XP é sua moeda de treino.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Gamificação: Combo, Missões, Conquistas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— leituras seguidas com precisão ≥ 90% → bônus na pontuação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Errou muito? Combo zera — incentive nova tentativa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Missões — desafios do professor (ex.: 1 leitura hoje) → XP bônus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Conquistas: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Primeira Leitura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Leitor Fluente (60+ palavras/min)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Precisão de Ouro (100%)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como usar sem desmotivar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semanal — reinicia toda semana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por XP da semana (prática recente)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Celebrar participação: Quem praticou esta semana?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expor quem está em último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 tem ritmo diferente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ranking mostra quem praticou. O importante é ler com regularidade.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dos textos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indicar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Alfabetização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sessão, aluno inseguro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lê com alguma fluência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complexos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precisão e bom 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na dúvida, comece mais fácil. Sucesso gera confiança.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rápido (5 min)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código da turma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texto Iniciante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0,8×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em voz alta até o fim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tela de resultado (precisão, XP)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Convide: Alguém quer tentar uma frase? (opcional)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microfone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é controladora dos dados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entrada: aluno aceita política de privacidade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Microfone é opcional — sem consentimento, sem avaliação por voz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Áudio não fica guardado no servidor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pode apagar dados em Meus dados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force gravação.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para pais: Microfone só para avaliar a leitura. Opcional e revogável.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comuns e soluções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textos vazia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 cadastra em Textos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Microfone não funciona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Consentimento + ambiente silencioso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"errou" na correção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Tentar de novo; ruído atrapalha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 travou / chorou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Pausar; texto mais fácil; velocidade menor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não salva — aguardar conexão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Vários alunos, 1 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Sair → trocar de aluno → novo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prática (duplas)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duplas: apoiador + aluno simulado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Apoiador conduz login e leitura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ambiente, login, velocidade, encorajamento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papéis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Plenária: 2 aprendizados + 1 dúvida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e próximos passos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você aprendeu: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Objetivo pedagógico do sistema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Seu papel na sala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Gamificação (XP, combo, missões, ranking)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Fluxo login → leitura → resultado</a:t>
            </a:r>
            <a:endParaRPr lang="en-US" sz="1600" dirty="0"/>
          </a:p>
          <a:p>
            <a:pPr lvl="1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LGPD e microfone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código anotado, handout, dúvidas → professor titular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Boa leitura com a turma.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Formação para Professores Apoiadores</dc:title>
  <dc:subject>Treinamento de professores apoiadores</dc:subject>
  <dc:creator>Karaokê de Leitura</dc:creator>
  <cp:lastModifiedBy>Karaokê de Leitura</cp:lastModifiedBy>
  <cp:revision>1</cp:revision>
  <dcterms:created xsi:type="dcterms:W3CDTF">2026-06-02T04:55:06Z</dcterms:created>
  <dcterms:modified xsi:type="dcterms:W3CDTF">2026-06-02T04:55:06Z</dcterms:modified>
</cp:coreProperties>
</file>